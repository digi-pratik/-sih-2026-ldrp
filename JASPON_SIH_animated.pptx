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Problem Statement ID –7-L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Academic Dropout Prediction and Intervention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Theme- AI for Education and Human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ID-84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 JASPON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Bottom)">
                                <p:cBhvr>
                                  <p:cTn id="6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Left)">
                                <p:cBhvr>
                                  <p:cTn id="1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Jaspon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: AI-Powered Intervention System for Student Dropout Prevention.</a:t>
            </a:r>
          </a:p>
          <a:p>
            <a:pPr algn="just"/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Combines attendance, grades, and engagement data into one early-warning dashboard.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Built for real classroom use — a quick daily check, not a complex analytics tool.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Explains why a student is at risk, not just a score — attendance drop, failed tests, low engagement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JASPON</a:t>
            </a:r>
            <a:endParaRPr lang="en-IN" sz="16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Bottom)">
                                <p:cBhvr>
                                  <p:cTn id="6" dur="500"/>
                                  <p:tgtEl>
                                    <p:spTgt spid="1536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3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Left)">
                                <p:cBhvr>
                                  <p:cTn id="10" dur="500"/>
                                  <p:tgtEl>
                                    <p:spTgt spid="1536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JASPON</a:t>
            </a:r>
            <a:endParaRPr lang="en-IN" sz="1600" b="1" dirty="0"/>
          </a:p>
          <a:p>
            <a:pPr algn="ctr"/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F4BFD4-1819-4D4A-9457-2C99C788D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42" y="1252025"/>
            <a:ext cx="11917394" cy="35028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45C87D-9B33-782D-1342-A27689C8AC51}"/>
              </a:ext>
            </a:extLst>
          </p:cNvPr>
          <p:cNvSpPr txBox="1"/>
          <p:nvPr/>
        </p:nvSpPr>
        <p:spPr>
          <a:xfrm>
            <a:off x="112542" y="5144310"/>
            <a:ext cx="11917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working demo website which is built, tested and contains teacher dashboard , student risk view, live "mark done" action tracking and overview charts are all functional.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4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Bottom)">
                                <p:cBhvr>
                                  <p:cTn id="6" dur="500"/>
                                  <p:tgtEl>
                                    <p:spTgt spid="174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Left)">
                                <p:cBhvr>
                                  <p:cTn id="17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1460469"/>
            <a:ext cx="93853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Works with what school already have designed to plug into existing ERP/attendance systems instead of replacing them.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Data already exists in school attendance register and marksheets are already collected so no new infrastructures need to start.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Low-cost to run — lightweight model, doesn't need expensive hardware or constant retraining.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JASPON</a:t>
            </a:r>
            <a:endParaRPr lang="en-IN" sz="1600" b="1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4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Bottom)">
                                <p:cBhvr>
                                  <p:cTn id="6" dur="500"/>
                                  <p:tgtEl>
                                    <p:spTgt spid="174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4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Left)">
                                <p:cBhvr>
                                  <p:cTn id="10" dur="500"/>
                                  <p:tgtEl>
                                    <p:spTgt spid="174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19711" y="1325938"/>
            <a:ext cx="93853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Students: Get help before falling too far behind. A real second chance instead of quietly dropping out.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Teachers: Save time no need to manually track 40+ student's attendance and grades by hand.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Parents: Get notified earlier, so they can support their child sooner.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Institutions: Identify at-risk students early and provide timely academic support to improve retention and overall performance.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JASPON</a:t>
            </a:r>
            <a:endParaRPr lang="en-IN" sz="1600" b="1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4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Bottom)">
                                <p:cBhvr>
                                  <p:cTn id="6" dur="500"/>
                                  <p:tgtEl>
                                    <p:spTgt spid="174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4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Left)">
                                <p:cBhvr>
                                  <p:cTn id="10" dur="500"/>
                                  <p:tgtEl>
                                    <p:spTgt spid="174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184822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JASPON</a:t>
            </a:r>
            <a:endParaRPr lang="en-IN" sz="1600" b="1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16A35C-70C0-ACF6-4735-631E34838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630" y="1063837"/>
            <a:ext cx="8615315" cy="4574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1581630" y="6026727"/>
            <a:ext cx="8615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https://astonishing-creponne-99a1db.netlify.app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4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ly(fromBottom)">
                                <p:cBhvr>
                                  <p:cTn id="6" dur="500"/>
                                  <p:tgtEl>
                                    <p:spTgt spid="174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7706</TotalTime>
  <Words>303</Words>
  <Application>Microsoft Office PowerPoint</Application>
  <PresentationFormat>Widescreen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153</cp:revision>
  <dcterms:created xsi:type="dcterms:W3CDTF">2013-12-12T18:46:50Z</dcterms:created>
  <dcterms:modified xsi:type="dcterms:W3CDTF">2026-08-19T16:08:39Z</dcterms:modified>
  <cp:category/>
</cp:coreProperties>
</file>